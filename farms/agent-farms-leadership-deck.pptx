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9144000" cy="1828800"/>
          </a:xfrm>
          <a:prstGeom prst="rect">
            <a:avLst/>
          </a:prstGeom>
          <a:solidFill>
            <a:srgbClr val="222120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Advanced PM Workflows</a:t>
            </a:r>
            <a:endParaRPr lang="en-US" sz="4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 Agentic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GitHub Copilot Agent Mode to Multi-Agent PM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Agent Farms turn 6-hour PM workflows into 20-minute automated runs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 |  PM Leadership Review  |  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productivity is accelerating for engineers — PMs are falling behind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gap today</a:t>
            </a:r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Engineers have GitHub Copilot, code agents, and CI/CD automation — productivity gains of 30-55% on coding tasks.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PMs have M365 Copilot — which helps with email summaries and meeting recaps, but can't execute multi-step PM workflows end-to-end.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core work — competitive briefs, PRDs, roadmap narratives, milestone scorecards — still requires 4-8 hours of manual research, synthesis, and formatting.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PM equivalent of "agents" exists in standard M365 tooling today.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Copilot Agent Mode turns VS Code into an AI-powered PM workbench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Agent Mode?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 in GitHub Copilot Chat (VS Code) where the AI can autonomously plan, execute multi-step tasks, and use tools.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just chat — the AI can: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and write files on disk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terminal commands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the web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MCP servers (Azure, ADO, etc.)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sub-agents for isolated tasks</a:t>
            </a:r>
            <a:pPr indent="0" marL="0">
              <a:buNone/>
            </a:pPr>
            <a:r>
              <a:rPr lang="en-US" sz="12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Engineers use it for code — but the same infrastructure is equally powerful for PM knowledge 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PMs should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Natural language interface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describe what you need — no code, no APIs, no YAML.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 agents via markdown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.agent.md file defines behavior. PMs can read, edit, and customize.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= reusable capabilities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instruction files that teach agents specific tasks — web search, doc creation, M365 queries.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servers = external tools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can query Azure resources, ADO backlogs, and any API with an MCP adapter.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Sub-agents = delegation</a:t>
            </a:r>
            <a:pPr indent="0" marL="0"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can dispatch sub-agents via runSubagent — each with isolated context and a single task.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diagram-prompts/01-copilot-agent-mode.md for the visual diagram of this architecture.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Agent Farms, and the pipeline that powers PM 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building blocks: Skills → Agents → Agent Farms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0F7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instruction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(.github/skills/*/SKILL.md)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web-search — fetch &amp; summarize web pages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workiq-context — query M365 via Work IQ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doc-writer — structured markdown output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ppt-creator — PowerPoint slide decks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docx-writer — Word documents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xlsx-writer — Excel workbooks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chart-creator — PNG/SVG charts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ado-reader — Azure DevOps queries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once, reuse across all farms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5F0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71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persona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(.agent.md or .prompt.md)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24688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— slim coordinator that talks to the PM and dispatches sub-agents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Sub-agents — focused specialists: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Collectors (web, M365, Azure)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Synthesizer (merge sources)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Skeptic (adversarial review)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Reviser (fix all issues)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Writer (final output)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71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~50 lines of plain English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128016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F0FFF0"/>
          </a:solidFill>
          <a:ln w="19050">
            <a:solidFill>
              <a:srgbClr val="10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Farm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multi-agent 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folder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2468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orchestrator + 5-7 sub-agents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skill library (no duplication)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Disk-based memory (files, not APIs)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checkpoints between phases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versioning (YYYY-MM-DD-slug/)</a:t>
            </a:r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intermediate artifacts</a:t>
            </a:r>
            <a:pPr indent="0" marL="0">
              <a:buNone/>
            </a:pPr>
            <a:r>
              <a:rPr lang="en-US" sz="10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competitive-analysis farm has 7 sub-agents, 3 data sources, produces a 15-page brief.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5577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PM types one prompt → full deliverable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diagram-prompts/02-building-blocks.md for visual diagram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PM deliverable follows a 6-phase automated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1188720"/>
            <a:ext cx="21031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Resource Gate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5029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drops reference docs, links.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asks for approval.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1188720"/>
            <a:ext cx="16459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PM 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 PM checkpoint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1887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21031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502920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Researcher + WorkIQ Collector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Reader run in sequence.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writes to sources/*.md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2011680"/>
            <a:ext cx="16459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 PM checkpoint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21031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5029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Synthesizer reads all source files.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Produces combined-draft.md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834640"/>
            <a:ext cx="16459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0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 PM checkpoint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11887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657600"/>
            <a:ext cx="21031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Skeptic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657600"/>
            <a:ext cx="502920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 review: finds unsupported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claims, bias, gaps. Writes review-notes.md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3657600"/>
            <a:ext cx="16459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 PM checkpoint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480560"/>
            <a:ext cx="21031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4480560"/>
            <a:ext cx="5029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critique + draft. Fixes every issue.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Produces revised-draft.md with change 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480560"/>
            <a:ext cx="16459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5303520"/>
            <a:ext cx="11887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5303520"/>
            <a:ext cx="21031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5303520"/>
            <a:ext cx="502920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Writer produces polished deliverable: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.md, .docx, .pptx, or .xlsx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5303520"/>
            <a:ext cx="1645920" cy="73152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sub-agent gets a fresh context window — no overflow from accumulated research.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diagram-prompts/03-pipeline.md for visual diagram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Sub-agents communicate through disk — not through shared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with Large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 have a finite context window (~128-200K tokens).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competitive analysis touches 15+ web pages, 50+ emails, existing docs — far too much for one context.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Dumping everything into one conversation = low quality, hallucination, missed details.</a:t>
            </a:r>
            <a:pPr indent="0" marL="0">
              <a:buNone/>
            </a:pPr>
            <a:r>
              <a:rPr lang="en-US" sz="12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M365 Copilot operates in a single context — this is why it can't do multi-step workflows.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STM (Short-Term Memory) Pattern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sub-agent gets a fresh context window.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Collectors summarize information and write it to disk as .md files.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Synthesizer reads those summary files — loading only what it needs.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prevents context overflow and keeps quality high.</a:t>
            </a:r>
            <a:pPr indent="0" marL="0">
              <a:buNone/>
            </a:pPr>
            <a:r>
              <a:rPr lang="en-US" sz="12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intermediate artifact is human-readable on disk — fully auditable.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1645920" cy="822960"/>
          </a:xfrm>
          <a:prstGeom prst="rect">
            <a:avLst>
              <a:gd name="adj" fmla="val 5556"/>
            </a:avLst>
          </a:prstGeom>
          <a:solidFill>
            <a:srgbClr val="1560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Collector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(Web)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writes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4754880"/>
            <a:ext cx="1371600" cy="822960"/>
          </a:xfrm>
          <a:prstGeom prst="rect">
            <a:avLst>
              <a:gd name="adj" fmla="val 555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reads 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0" y="4754880"/>
            <a:ext cx="1645920" cy="822960"/>
          </a:xfrm>
          <a:prstGeom prst="rect">
            <a:avLst>
              <a:gd name="adj" fmla="val 5556"/>
            </a:avLst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Synthesizer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writes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754880"/>
            <a:ext cx="1371600" cy="822960"/>
          </a:xfrm>
          <a:prstGeom prst="rect">
            <a:avLst>
              <a:gd name="adj" fmla="val 555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reads 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49840" y="4754880"/>
            <a:ext cx="1371600" cy="822960"/>
          </a:xfrm>
          <a:prstGeom prst="rect">
            <a:avLst>
              <a:gd name="adj" fmla="val 5556"/>
            </a:avLst>
          </a:prstGeom>
          <a:solidFill>
            <a:srgbClr val="F655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Skeptic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diagram-prompts/04-stm-pattern.md for visual diagram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Farms solve what M365 Copilot cannot — multi-step, multi-source PM workflows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61288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Capability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M365 Copilot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Agent Farms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Summarize an email or meeting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Research 5 competitors across 10+ web sources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713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✗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 web research + internal emails + PM docs into one brief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713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✗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Adversarial review: validate every claim against sources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713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✗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 Word docs, PowerPoint decks, Excel workbooks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Query Azure resources + ADO work items + Work IQ in one workflow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713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✗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Re-runnable with versioned outputs (weekly cadence)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9713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✗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 is great for single-turn tasks. Agent Farms handle the multi-step workflows that consume the bulk of PM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Farms integrate every data source a PM touches — through a single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Sources (Inputs)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Source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provides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Web Search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Competitor sites, analyst reports, news, pricing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Work IQ (M365)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Emails, Teams chats, meetings, SharePoint docs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Azure MCP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health, deployments, App Insights, Monitor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Azure DevOps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items, sprint backlogs, iteration status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PM Resources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Existing specs, roadmaps, compete docs, SharePoint links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 Formats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Format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 Cases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Markdown (.md)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PRDs, briefs, scorecards, narratives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Word (.docx)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Stakeholder sharing, formal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PowerPoint (.pptx)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reviews, analyst briefings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Excel (.xlsx)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 matrices, trackers, scorecards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Charts (PNG/SVG)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Bar, line, pie, heatmap visualizations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outputs are local files — version-controlled, auditable, and shareable through standard channels.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diagram-prompts/05-data-ecosystem.md for visual diagram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Production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agent farms running on real PM workflows — with real outputs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prompt produces a complete competitive brief that would take a PM 6+ hours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PM types (30 seconds)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03520" cy="137160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"Run a competitive analysis for Azure Zero Trust Segmentation. Competitors: Illumio, Guardicore, Zero Networks. Focus on enterprise readiness and AI capabilities."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agent does (15-20 minutes)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Web Researcher — 15+ web sources, 4 competitor profiles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WorkIQ Collector — internal win/loss, field feedback, roadmap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Resource Reader — PM-provided competitive docs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Synthesizer — combined draft with battle cards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Skeptic — finds 8-12 issues (unsupported claims, bias, gaps)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Reviser — fixes every issue with a revision log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⑦ Writer — final polished brief (.md + .docx)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PM gets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deliverables: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competitive-brief.md — polished brief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competitive-brief.docx — Word version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Auditable intermediate artifacts: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sources/market-landscape.md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sources/competitor-illumio.md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sources/competitor-guardicore.md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sources/competitor-zero-networks.md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sources/head-to-head.md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internal-context.md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output/combined-draft.md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output/review-notes.md</a:t>
            </a:r>
            <a:pPr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output/revised-draft.md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See diagram-prompts/06-competitive-analysis-flow.md for visual diagram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agent farms are actively producing PM deliverables today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612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1097280"/>
                <a:gridCol w="27432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Farm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Deliverable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Sub-Agents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Data Sources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Cadence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Competitive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Analysis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Comprehensive competitive brief with battle cards, gap analysis, and strategic recommendations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65567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7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 + PM docs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On-demand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North Star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Strategy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Long-range strategy paper with pillars, strategic bets, roadmap themes, and scorecard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65567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7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 + PM docs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Personal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Admin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 plan with priority matrix (P0-P3), anomaly detection, day-by-day schedule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65567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6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IQ + PM notes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farm shares the same architectural pattern — once you build one, the pattern repeats for any PM workflow.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We've identified 10 fully automatable PM workflows using this architecture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#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Workflow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Cadence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Data Sources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 Competitive Intel Digest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Infrastructure Health Report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MCP + Work IQ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3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 Gap Matrix (vs. Competitors)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 + Azure MCP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4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Feedback &amp; Signals Roll-up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IQ (M365)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5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 Readiness Scorecard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Pre-milestone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MCP + Work IQ + Web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6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Sprint / Iteration Recap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Bi-weekly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IQ + Azure MCP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7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PRD Auto-Drafter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On-demand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IQ + Web + Azure MCP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8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Analyst &amp; Exec Briefing Prep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On-demand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 + Azure MCP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9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&amp; Threat Landscape Digest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+ Work IQ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10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Roadmap Narrative Update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4747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IQ + Web + Azure MCP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workflow can be scaffolded by the Scaffold Agent in under 5 minutes — a PM just describes what they need.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Farms reduce multi-hour PM workflows to minutes of review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80-90%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 in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&amp; writing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automatable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workflows identified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from PMs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Workflow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Before (Manual)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After (Agent Farms)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Competitive brief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6-8 hours of research, writing, formatting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20 min agent run + 15 min PM review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Weekly plan / admin review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1-2 hours scanning email, Teams, calendar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10 min agent run + 10 min PM review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Strategy paper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2-3 days of research, drafting, revision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25 min agent run + 30 min PM review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PRD first draft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 hours gathering context, structuring, writing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15 min agent run + 20 min PM review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Quality assurance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Peer review (often skipped due to time pressure)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67886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Built-in: every output is skeptic-reviewed + revised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Scaffold Agent creates new agent farms from a PM's plain-English description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PM describes the deliverable in natural language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Scaffold Agent asks clarifying questions (product, sources, audience)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Agent generates the complete farm: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Orchestrator (.agent.md)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5-7 prompt templates (prompts/*.prompt.md)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Folder structure with run versioning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README for documentation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PM runs the new farm immediately — no coding, no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matters for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code required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PMs create agent farms using plain English. Prompt templates are editable markdown.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replication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PM workflow that follows Gather→Synthesize→Review→Produce can become an agent farm.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Git-native &amp; shareable</a:t>
            </a:r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Farms are folders in Git. Teams fork, share, and iterate via pull requests.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Self-improving system</a:t>
            </a:r>
            <a:pPr indent="0" marL="0">
              <a:buNone/>
            </a:pPr>
            <a:r>
              <a:rPr lang="en-US" sz="11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Editing a prompt template instantly improves output — no redeployment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 Pilot with 2-3 PM teams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Share the agent farm repo. Each team picks one workflow from the top-10 list.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 Measure impact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Track time savings per workflow (hours saved vs. manual baseline). Collect quality feedback.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 Build the workflow catalog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Each team uses the Scaffold Agent to create farms for their needs. Best farms get promoted.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 Scale org-wide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Establish an "Agent Farm" repo as a shared PM resource. New PMs fork and customize.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  Benchmark and report</a:t>
            </a:r>
            <a:pPr indent="0" marL="0">
              <a:buNone/>
            </a:pPr>
            <a:r>
              <a:rPr lang="en-US" sz="13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Publish results as a PM AI productivity benchmark — positioning the org as a leader.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5303520"/>
            <a:ext cx="9418320" cy="1188720"/>
          </a:xfrm>
          <a:prstGeom prst="roundRect">
            <a:avLst>
              <a:gd name="adj" fmla="val 7692"/>
            </a:avLst>
          </a:prstGeom>
          <a:solidFill>
            <a:srgbClr val="F0F7FF"/>
          </a:solidFill>
          <a:ln w="254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5760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us two pilot teams, four weeks, and the top-10 workflow list.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deliver a measured benchmark for AI-driven PM productivity.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PM Workflows with Agentic AI</dc:title>
  <dc:subject>PptxGenJS Presentation</dc:subject>
  <dc:creator>Amir Dahan</dc:creator>
  <cp:lastModifiedBy>Amir Dahan</cp:lastModifiedBy>
  <cp:revision>1</cp:revision>
  <dcterms:created xsi:type="dcterms:W3CDTF">2026-03-04T17:05:19Z</dcterms:created>
  <dcterms:modified xsi:type="dcterms:W3CDTF">2026-03-04T17:05:19Z</dcterms:modified>
</cp:coreProperties>
</file>